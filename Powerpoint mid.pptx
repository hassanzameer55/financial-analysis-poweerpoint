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68" r:id="rId6"/>
    <p:sldId id="270" r:id="rId7"/>
    <p:sldId id="267" r:id="rId8"/>
    <p:sldId id="269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07-Nov-23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07-Nov-23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07-Nov-23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07-Nov-23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Financial Analysis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3212" y="5181600"/>
            <a:ext cx="1802235" cy="584200"/>
          </a:xfrm>
        </p:spPr>
        <p:txBody>
          <a:bodyPr>
            <a:normAutofit/>
          </a:bodyPr>
          <a:lstStyle/>
          <a:p>
            <a:r>
              <a:rPr lang="en-US" sz="1400" dirty="0" smtClean="0"/>
              <a:t>Hassan </a:t>
            </a:r>
            <a:r>
              <a:rPr lang="en-US" sz="1400" dirty="0" err="1" smtClean="0"/>
              <a:t>ali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52847" y="5437757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01-13232-032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 and Content Layout with List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  <a:p>
            <a:r>
              <a:rPr lang="en-US" dirty="0" smtClean="0"/>
              <a:t>Inserted </a:t>
            </a:r>
            <a:r>
              <a:rPr lang="en-US" dirty="0"/>
              <a:t>line chart from </a:t>
            </a:r>
            <a:r>
              <a:rPr lang="en-US" dirty="0" smtClean="0"/>
              <a:t>Excel</a:t>
            </a:r>
          </a:p>
          <a:p>
            <a:r>
              <a:rPr lang="en-US" dirty="0"/>
              <a:t>Overview of key financial metrics and investment strategies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0612" y="121920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Introduction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370012" y="2438400"/>
            <a:ext cx="99822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Financial analysis is the process of evaluating the financial performance and health of a business or </a:t>
            </a:r>
            <a:r>
              <a:rPr lang="en-US" sz="2800" dirty="0" smtClean="0"/>
              <a:t>investment.</a:t>
            </a:r>
          </a:p>
          <a:p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involves using various financial metrics and analytical tools to assess the financial position of an organization and make informed decisions based on the results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081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Financial Analysis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2" y="1676400"/>
            <a:ext cx="7315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514329" cy="1223963"/>
          </a:xfrm>
        </p:spPr>
        <p:txBody>
          <a:bodyPr>
            <a:normAutofit/>
          </a:bodyPr>
          <a:lstStyle/>
          <a:p>
            <a:r>
              <a:rPr lang="en-US" sz="3000" dirty="0"/>
              <a:t>Overview of key financial metrics and investment </a:t>
            </a:r>
            <a:r>
              <a:rPr lang="en-US" sz="3000" dirty="0" smtClean="0"/>
              <a:t>strategies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Return on Investment (ROI</a:t>
            </a:r>
            <a:r>
              <a:rPr lang="en-US" dirty="0" smtClean="0"/>
              <a:t>) </a:t>
            </a:r>
            <a:endParaRPr lang="en-US" dirty="0"/>
          </a:p>
          <a:p>
            <a:r>
              <a:rPr lang="en-US" dirty="0"/>
              <a:t>Standard Deviation</a:t>
            </a:r>
            <a:endParaRPr lang="en-US" dirty="0"/>
          </a:p>
          <a:p>
            <a:r>
              <a:rPr lang="en-US" dirty="0"/>
              <a:t>Notable </a:t>
            </a:r>
            <a:r>
              <a:rPr lang="en-US" dirty="0" smtClean="0"/>
              <a:t>Trends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813" y="2034977"/>
            <a:ext cx="5078412" cy="3756223"/>
          </a:xfr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873beb7-5857-4685-be1f-d57550cc96c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29</TotalTime>
  <Words>90</Words>
  <Application>Microsoft Office PowerPoint</Application>
  <PresentationFormat>Custom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Tech 16x9</vt:lpstr>
      <vt:lpstr>Financial Analysis </vt:lpstr>
      <vt:lpstr>Title and Content Layout with List</vt:lpstr>
      <vt:lpstr>PowerPoint Presentation</vt:lpstr>
      <vt:lpstr>Financial Analysis</vt:lpstr>
      <vt:lpstr>Overview of key financial metrics and investment strategies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Analysis</dc:title>
  <dc:creator>Student</dc:creator>
  <cp:lastModifiedBy>Student</cp:lastModifiedBy>
  <cp:revision>6</cp:revision>
  <dcterms:created xsi:type="dcterms:W3CDTF">2023-11-07T05:53:06Z</dcterms:created>
  <dcterms:modified xsi:type="dcterms:W3CDTF">2023-11-07T06:22:51Z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